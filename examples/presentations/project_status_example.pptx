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5548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520000"/>
            <a:ext cx="72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Luz Imperial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Relatório Mensal de Atividades — Março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0083CA"/>
                </a:solidFill>
                <a:latin typeface="Calibri"/>
              </a:rPr>
              <a:t>Abril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CONTRATO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PPP 27/2023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EMISSÃO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Abril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DESTINATÁRIO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Prefeitura de Vassouras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1. Sumário Executivo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Visão geral de março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ATENDIMENTOS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em campo, no mês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SOLICITAÇÕES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abertas no mês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SLA NO PRAZO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100,0%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atraso: 0,0%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CONSUMO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198 MWh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+6,3% vs fev/26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3 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Fatos relevantes do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Volume executado supera reativo em 2,2× — 78 atendimentos vinculados a protocolo + 69 sem origem definida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App consolida-se como canal predominante — 36% das solicitações (24/67)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Quatro causas concentram 80% dos atendimentos — manutenção corretiva lidera com 60%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Execução 100% corretiva — baixa visibilidade de preventiva por ausência de coleta estruturada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4 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2. Operação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Consumo de energia</a:t>
            </a:r>
          </a:p>
        </p:txBody>
      </p:sp>
      <p:pic>
        <p:nvPicPr>
          <p:cNvPr id="5" name="Picture 4" descr="luz_imperial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09" y="1800000"/>
            <a:ext cx="74655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Fatura Light. 198 MWh em março, +6,3% vs mês anterior. 7.072 pontos no parque (96,5% LED).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6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Origem das solicitações</a:t>
            </a:r>
          </a:p>
        </p:txBody>
      </p:sp>
      <p:pic>
        <p:nvPicPr>
          <p:cNvPr id="5" name="Picture 4" descr="luz_imperial_ori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59" y="1800000"/>
            <a:ext cx="74592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App e Ronda própria respondem juntos por 72% das aberturas. Chatbot ainda em adoção inicial.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7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Motivos identificados</a:t>
            </a:r>
          </a:p>
        </p:txBody>
      </p:sp>
      <p:pic>
        <p:nvPicPr>
          <p:cNvPr id="5" name="Picture 4" descr="luz_imperial_motiv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159" y="1800000"/>
            <a:ext cx="57078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Manutenção corretiva (60%) lidera. Modernização (8,8%) e conexões danificadas (6,6%) completam o top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8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3. Encerramento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059" y="1260000"/>
            <a:ext cx="1943611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060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Permanecemos à disposição.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5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83CA"/>
                </a:solidFill>
                <a:latin typeface="Calibri"/>
              </a:rPr>
              <a:t>0800 006 1740 — luzimperial.cidadeiluminada.com.br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