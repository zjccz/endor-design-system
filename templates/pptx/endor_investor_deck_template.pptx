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1554889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2520000"/>
            <a:ext cx="72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[Endor Energia — Update]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00000"/>
            <a:ext cx="720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[Apresentação para Investidores]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0083CA"/>
                </a:solidFill>
                <a:latin typeface="Calibri"/>
              </a:rPr>
              <a:t>[Q1 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Visão Geral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Quem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[1 frase: o que a Endor faz]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[1 frase: nicho específico — iluminação pública via PPPs]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[1 frase: alcance — N municípios, X habitantes atendidos]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[1 frase: ESG / impacto social]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3 de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Mercado e Tração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Indicadores-chave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RECEITA 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[R$ XX MM]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+X%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302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3029" y="2520000"/>
            <a:ext cx="2553029" cy="90000"/>
          </a:xfrm>
          <a:prstGeom prst="rect">
            <a:avLst/>
          </a:prstGeom>
          <a:solidFill>
            <a:srgbClr val="007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702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EBITDA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02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[XX%]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02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vs [Y%] yr 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5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59" y="2520000"/>
            <a:ext cx="2553029" cy="90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005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CONCESSÕES ATIVAS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05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[N]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05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em M municípios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909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909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09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PONTOS ATENDIDOS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09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[XX.XXX]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09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[XX%] 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5 de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[Trajetória de crescimento]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[Marco 1: ano]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[Marco 2: ano]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[Marco 3: ano — atual]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[Próximo marco: previsão]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6 de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O que estamos buscando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[Pedido principal — captação / contrato / parceria]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[Uso dos recursos]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[Timeline esperada]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8 de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059" y="1260000"/>
            <a:ext cx="1943611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060000"/>
            <a:ext cx="107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95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83CA"/>
                </a:solidFill>
                <a:latin typeface="Calibri"/>
              </a:rPr>
              <a:t>ir@endor.energia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