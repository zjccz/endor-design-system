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1554889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2520000"/>
            <a:ext cx="72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[Título da Apresentação]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500000"/>
            <a:ext cx="720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[Subtítulo descritivo]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0083CA"/>
                </a:solidFill>
                <a:latin typeface="Calibri"/>
              </a:rPr>
              <a:t>[Mês/Ano]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AUTOR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[Nome]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[Departamento]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[Nome da Seção]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[Título do slide]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083CA"/>
                </a:solidFill>
                <a:latin typeface="Calibri"/>
              </a:rPr>
              <a:t>[Subtítulo, opcional]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24000"/>
            <a:ext cx="10752119" cy="401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[Primeiro ponto importante]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[Segundo ponto importante]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[Terceiro ponto importante]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[Adicione mais bullets conforme necessário]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3 de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[Título dos indicadores]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[MÉTRICA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A1A5C"/>
                </a:solidFill>
                <a:latin typeface="Calibri"/>
              </a:rPr>
              <a:t>[Valor]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[contexto]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302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3029" y="2520000"/>
            <a:ext cx="2553029" cy="90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702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[MÉTRICA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02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A1A5C"/>
                </a:solidFill>
                <a:latin typeface="Calibri"/>
              </a:rPr>
              <a:t>[Valor]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702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[contexto]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5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59" y="2520000"/>
            <a:ext cx="2553029" cy="90000"/>
          </a:xfrm>
          <a:prstGeom prst="rect">
            <a:avLst/>
          </a:prstGeom>
          <a:solidFill>
            <a:srgbClr val="007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005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[MÉTRICA 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05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A1A5C"/>
                </a:solidFill>
                <a:latin typeface="Calibri"/>
              </a:rPr>
              <a:t>[Valor]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05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[contexto]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909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909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309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[MÉTRICA 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309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A1A5C"/>
                </a:solidFill>
                <a:latin typeface="Calibri"/>
              </a:rPr>
              <a:t>[Valor]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309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[contexto]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4 de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[Conclusão / Próximos passos]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[Ação 1]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[Ação 2]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[Ação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5 de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059" y="1260000"/>
            <a:ext cx="1943611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060000"/>
            <a:ext cx="10752119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